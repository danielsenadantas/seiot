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a56105e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a56105e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5a56105e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5a56105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a56105e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a56105e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5a56105e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5a56105e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a56105e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a56105e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64650" y="1288675"/>
            <a:ext cx="84147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de sistema embarcado</a:t>
            </a:r>
            <a:endParaRPr/>
          </a:p>
        </p:txBody>
      </p:sp>
      <p:pic>
        <p:nvPicPr>
          <p:cNvPr id="87" name="Google Shape;87;p13" title="WhatsApp Image 2026-04-12 at 13.24.34.jpeg"/>
          <p:cNvPicPr preferRelativeResize="0"/>
          <p:nvPr/>
        </p:nvPicPr>
        <p:blipFill rotWithShape="1">
          <a:blip r:embed="rId3">
            <a:alphaModFix/>
          </a:blip>
          <a:srcRect b="-1640" l="-55319" r="105473" t="1640"/>
          <a:stretch/>
        </p:blipFill>
        <p:spPr>
          <a:xfrm>
            <a:off x="-5" y="0"/>
            <a:ext cx="36147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50075"/>
            <a:ext cx="2853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B5394"/>
                </a:solidFill>
              </a:rPr>
              <a:t>Blusa inteligente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71225" y="1475000"/>
            <a:ext cx="7688700" cy="2261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 o tema “blusa”, neste projeto com sistema embarcado apresentaremos nossa ideia de criar uma blusa inteligente com algumas funcionalidades que facilitam a vida cotidiana.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541825" y="507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Modo de montagem da blusa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5270100" y="1119075"/>
            <a:ext cx="3873900" cy="3541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</a:rPr>
              <a:t>DENTRO DO FORRO (Contato com o corpo)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SENSOR : Fica no patch interno do peito (com o offset de 2cm do zíper). Precisa tocar a pele/camiseta.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</a:rPr>
              <a:t>LADO FRIO DO PELTIER : A face cerâmica que resfria fica colada no forro interno para passar o gelado para você.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9EDEE"/>
              </a:solidFill>
            </a:endParaRPr>
          </a:p>
        </p:txBody>
      </p:sp>
      <p:pic>
        <p:nvPicPr>
          <p:cNvPr id="100" name="Google Shape;100;p15" title="5151d238-4858-459c-b346-8ac1505985db.jpg"/>
          <p:cNvPicPr preferRelativeResize="0"/>
          <p:nvPr/>
        </p:nvPicPr>
        <p:blipFill rotWithShape="1">
          <a:blip r:embed="rId3">
            <a:alphaModFix/>
          </a:blip>
          <a:srcRect b="0" l="0" r="49215" t="0"/>
          <a:stretch/>
        </p:blipFill>
        <p:spPr>
          <a:xfrm>
            <a:off x="177750" y="1496150"/>
            <a:ext cx="2457350" cy="3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4822500" y="1823100"/>
            <a:ext cx="447600" cy="375900"/>
          </a:xfrm>
          <a:prstGeom prst="ellipse">
            <a:avLst/>
          </a:prstGeom>
          <a:solidFill>
            <a:srgbClr val="47FF0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822500" y="2752500"/>
            <a:ext cx="447600" cy="375900"/>
          </a:xfrm>
          <a:prstGeom prst="ellipse">
            <a:avLst/>
          </a:prstGeom>
          <a:solidFill>
            <a:srgbClr val="0007F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552075" y="51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Modo de montagem da blusa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400275" y="1154050"/>
            <a:ext cx="47439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ENTRE O FORRO E O TECIDO EXTERNO (O "recheio" invisível)</a:t>
            </a:r>
            <a:endParaRPr b="1"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CÉREBRO/ESP32 : No bolso interno das costas dentro da caixa IP67.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BATERIA : No bolso elástico lateral.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FIAÇÃO: Todos os cabos conectando os componentes correm por aqui, protegidos pelas duas camadas de tecido.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9" name="Google Shape;109;p16" title="5151d238-4858-459c-b346-8ac1505985db.jpg"/>
          <p:cNvPicPr preferRelativeResize="0"/>
          <p:nvPr/>
        </p:nvPicPr>
        <p:blipFill rotWithShape="1">
          <a:blip r:embed="rId3">
            <a:alphaModFix/>
          </a:blip>
          <a:srcRect b="0" l="50785" r="0" t="0"/>
          <a:stretch/>
        </p:blipFill>
        <p:spPr>
          <a:xfrm>
            <a:off x="315599" y="1493475"/>
            <a:ext cx="2381301" cy="34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3952675" y="2650800"/>
            <a:ext cx="447600" cy="375900"/>
          </a:xfrm>
          <a:prstGeom prst="ellipse">
            <a:avLst/>
          </a:prstGeom>
          <a:solidFill>
            <a:srgbClr val="FEF00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3952675" y="2000825"/>
            <a:ext cx="447600" cy="375900"/>
          </a:xfrm>
          <a:prstGeom prst="ellipse">
            <a:avLst/>
          </a:prstGeom>
          <a:solidFill>
            <a:srgbClr val="FF97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552075" y="516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Modo de montagem da blusa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400275" y="1154050"/>
            <a:ext cx="47439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/>
              <a:t>PARA FORA (Interface com o ambiente)</a:t>
            </a:r>
            <a:endParaRPr b="1"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USB-C (Azul Claro): Única entrada de energia agora. Fica vazada para o exterior na cintura.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/>
              <a:t>LADO QUENTE DO PELTIER + VENTILADORES (Azul Escuro): Precisam de abertura/grade no tecido corta-vento externo para soprar o calor para a rua.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118" name="Google Shape;118;p17"/>
          <p:cNvSpPr/>
          <p:nvPr/>
        </p:nvSpPr>
        <p:spPr>
          <a:xfrm>
            <a:off x="3952675" y="2693050"/>
            <a:ext cx="447600" cy="375900"/>
          </a:xfrm>
          <a:prstGeom prst="ellipse">
            <a:avLst/>
          </a:prstGeom>
          <a:solidFill>
            <a:srgbClr val="111A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3952675" y="1684313"/>
            <a:ext cx="447600" cy="375900"/>
          </a:xfrm>
          <a:prstGeom prst="ellipse">
            <a:avLst/>
          </a:prstGeom>
          <a:solidFill>
            <a:srgbClr val="00C2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7" title="5151d238-4858-459c-b346-8ac1505985db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5" y="1478025"/>
            <a:ext cx="3802024" cy="269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7650" y="1766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Fim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256475" y="42271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Integrantes do grupo: Matheus, Maria Eduarda, Miguel, Lucas, Daniel Sena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